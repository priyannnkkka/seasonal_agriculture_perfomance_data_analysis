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2"/>
  </p:notesMasterIdLst>
  <p:handoutMasterIdLst>
    <p:handoutMasterId r:id="rId23"/>
  </p:handoutMasterIdLst>
  <p:sldIdLst>
    <p:sldId id="338" r:id="rId5"/>
    <p:sldId id="327" r:id="rId6"/>
    <p:sldId id="315" r:id="rId7"/>
    <p:sldId id="347" r:id="rId8"/>
    <p:sldId id="348" r:id="rId9"/>
    <p:sldId id="329" r:id="rId10"/>
    <p:sldId id="302" r:id="rId11"/>
    <p:sldId id="349" r:id="rId12"/>
    <p:sldId id="339" r:id="rId13"/>
    <p:sldId id="340" r:id="rId14"/>
    <p:sldId id="344" r:id="rId15"/>
    <p:sldId id="345" r:id="rId16"/>
    <p:sldId id="346" r:id="rId17"/>
    <p:sldId id="341" r:id="rId18"/>
    <p:sldId id="342" r:id="rId19"/>
    <p:sldId id="343" r:id="rId20"/>
    <p:sldId id="30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103" d="100"/>
          <a:sy n="103" d="100"/>
        </p:scale>
        <p:origin x="792" y="10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7" y="3583914"/>
            <a:ext cx="3400089" cy="86149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algn="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-PRIYANKA</a:t>
            </a:r>
          </a:p>
          <a:p>
            <a:pPr algn="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HMR INSTITUE OF TECHNOLOGY AND MANAGEMENT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 fontScale="90000"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endParaRPr lang="en-US" sz="1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3176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STU66b7a3e35e1f01723311075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fontScale="92500"/>
          </a:bodyPr>
          <a:lstStyle/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/>
              <a:t>Agricultural activities are influenced by seasonal variations in environmental conditions, farming practices, resource availability and market conditions.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/>
              <a:t>As a result, agricultural performance may differ from one season to another.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IN" sz="1600" dirty="0"/>
              <a:t>Raw agricultural data does not clearly show how crop yield, production, profitability, and resource usage vary between seasons.</a:t>
            </a:r>
            <a:endParaRPr lang="en-US" sz="1600" dirty="0"/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/>
              <a:t>The problem is to analyse the given agricultural dataset and investigate seasonal differences in agricultural performance.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/>
              <a:t>This is done by identifying meaningful patterns, trends, relationships and variations within the available data.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90" name="Description Body"/>
          <p:cNvSpPr txBox="1"/>
          <p:nvPr/>
        </p:nvSpPr>
        <p:spPr>
          <a:xfrm>
            <a:off x="660399" y="1636210"/>
            <a:ext cx="7100000" cy="4563790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represents agricultural activities carried out across different seasons, geographical areas and farming conditions. It holds information on farming practices, environmental conditions, crop production, resource usage and economic performance.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focused Data Analytics study rather than a generic exploration of the whole dataset. The analysis is structured in five stages: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and understand the dataset, then clean and prepare it for analysis.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how agricultural performance varies across seasons and identify seasonal patterns and trends.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relationships between seasonal environmental conditions and agricultural outcomes.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relevant groups within each season and flag significant differences or unusual patterns.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 the findings from evidence in the data and develop conclusions and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variations in agricultural performance between seasons.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important seasonal trends hidden in raw operational data.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performance across different periods on a like-for-like basis.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changing environmental conditions and their effect on output.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differences in resource usage across seasons.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areas that require further investigation.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evidence-based agricultural planning and decision making.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200" b="1" dirty="0"/>
              <a:t>WHY THIS PROBLEM MATTERS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agricultural data from different seasons and identify meaningful patterns, trends, relationships and differences in performance.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Explore, clean and prepare the dataset for reliable analysis.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how agricultural performance varies across seasons.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relationships between seasonal conditions and agricultural outcomes.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relevant groups within different seasons and identify significant or unusual differences.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appropriate statistical and visualization techniques.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 findings from evidence and develop data-driven conclusions and recommendations.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551214"/>
            <a:ext cx="7904481" cy="4430169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and farm managers - planning sowing, irrigation and input use season by season.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cooperatives and agribusinesses - comparing performance across regions and periods.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and policy planners - shaping seasonal agricultural policy from evidence.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Agronomists and researchers - studying links between environmental conditions and yield.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and market analysts - anticipating seasonal variation in production and economic outcomes.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data analysts - as a worked example of a focused real-world analytics problem.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dirty="0"/>
              <a:t>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50000" y="1432560"/>
            <a:ext cx="7000000" cy="430000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Matplotlib, Seaborn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SciPy / statsmodels - descriptive statistics, correlation and group comparison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format: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/ Excel agricultural records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and GitHub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lang="en-US" dirty="0"/>
              <a:t>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agricultural performance vary across seasons, and which characteristics change between them?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major seasonal patterns can be observed in the data?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there noticeable variations in resource usage across seasons?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there relationships between seasonal environmental conditions and agricultural performance?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economic outcomes vary across seasons?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seasonal patterns consistent across different regions or categories?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there unusual or unexpected seasonal patterns, and what can they tell us?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could the findings support better seasonal agricultural planning?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ANALYTICAL QUESTIONS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- 1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loading overview</a:t>
            </a:r>
          </a:p>
        </p:txBody>
      </p:sp>
      <p:sp>
        <p:nvSpPr>
          <p:cNvPr id="90" name="Screenshot Note"/>
          <p:cNvSpPr txBox="1"/>
          <p:nvPr/>
        </p:nvSpPr>
        <p:spPr>
          <a:xfrm>
            <a:off x="807164" y="2100000"/>
            <a:ext cx="6800000" cy="500000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i="1" dirty="0"/>
              <a:t>[ Paste the screenshot of your data loading, .info() / .describe() and missing-value handling here ]</a:t>
            </a:r>
          </a:p>
        </p:txBody>
      </p:sp>
      <p:sp>
        <p:nvSpPr>
          <p:cNvPr id="95" name="Screenshot Area"/>
          <p:cNvSpPr/>
          <p:nvPr/>
        </p:nvSpPr>
        <p:spPr>
          <a:xfrm>
            <a:off x="807164" y="2750000"/>
            <a:ext cx="6800000" cy="3350000"/>
          </a:xfrm>
          <a:prstGeom prst="rect">
            <a:avLst/>
          </a:prstGeom>
          <a:noFill/>
          <a:ln w="12700" cap="flat">
            <a:solidFill>
              <a:srgbClr val="B7C3CC"/>
            </a:solidFill>
            <a:prstDash val="dash"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 i="1" dirty="0">
                <a:solidFill>
                  <a:srgbClr val="8A98A3"/>
                </a:solidFill>
              </a:rPr>
              <a:t>Paste your screenshot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CC57A-B6AD-3CC9-0746-D2C85E4D2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28" y="2189420"/>
            <a:ext cx="6887536" cy="391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71399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- 2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125371"/>
            <a:ext cx="4275138" cy="78384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Summary</a:t>
            </a:r>
          </a:p>
        </p:txBody>
      </p:sp>
      <p:sp>
        <p:nvSpPr>
          <p:cNvPr id="90" name="Screenshot Note"/>
          <p:cNvSpPr txBox="1"/>
          <p:nvPr/>
        </p:nvSpPr>
        <p:spPr>
          <a:xfrm>
            <a:off x="807164" y="2100000"/>
            <a:ext cx="6800000" cy="500000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i="1" dirty="0"/>
              <a:t>[ Paste the screenshot of your season-wise comparison chart and its output here ]</a:t>
            </a:r>
          </a:p>
        </p:txBody>
      </p:sp>
      <p:sp>
        <p:nvSpPr>
          <p:cNvPr id="95" name="Screenshot Area"/>
          <p:cNvSpPr/>
          <p:nvPr/>
        </p:nvSpPr>
        <p:spPr>
          <a:xfrm>
            <a:off x="807164" y="2750000"/>
            <a:ext cx="6800000" cy="3350000"/>
          </a:xfrm>
          <a:prstGeom prst="rect">
            <a:avLst/>
          </a:prstGeom>
          <a:noFill/>
          <a:ln w="12700" cap="flat">
            <a:solidFill>
              <a:srgbClr val="B7C3CC"/>
            </a:solidFill>
            <a:prstDash val="dash"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 i="1" dirty="0">
                <a:solidFill>
                  <a:srgbClr val="8A98A3"/>
                </a:solidFill>
              </a:rPr>
              <a:t>Paste your screenshot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E58FD9-A821-3B1D-2B82-24F9CF42E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632857"/>
            <a:ext cx="7145429" cy="485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200" b="1" dirty="0"/>
              <a:t>RESULTS - 3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/>
              <a:t>Missing Values </a:t>
            </a:r>
          </a:p>
        </p:txBody>
      </p:sp>
      <p:sp>
        <p:nvSpPr>
          <p:cNvPr id="90" name="Screenshot Note"/>
          <p:cNvSpPr txBox="1"/>
          <p:nvPr/>
        </p:nvSpPr>
        <p:spPr>
          <a:xfrm>
            <a:off x="807164" y="2100000"/>
            <a:ext cx="6800000" cy="500000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endParaRPr lang="en-US" sz="1400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11F462-39DA-2E68-51A2-5714041424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09" t="6801" r="1960" b="2516"/>
          <a:stretch>
            <a:fillRect/>
          </a:stretch>
        </p:blipFill>
        <p:spPr>
          <a:xfrm>
            <a:off x="1147664" y="1941449"/>
            <a:ext cx="8404549" cy="449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sz="3200" b="1" dirty="0"/>
              <a:t> - 4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/>
              <a:t>Season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18541C-38F8-D1DF-55C2-8D51B94975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62" t="1160" r="761"/>
          <a:stretch>
            <a:fillRect/>
          </a:stretch>
        </p:blipFill>
        <p:spPr>
          <a:xfrm>
            <a:off x="675956" y="2065534"/>
            <a:ext cx="6014093" cy="428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- 5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Distribution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DA7E09-9BE0-184B-5E51-84A8FB6F25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371"/>
          <a:stretch>
            <a:fillRect/>
          </a:stretch>
        </p:blipFill>
        <p:spPr>
          <a:xfrm>
            <a:off x="807164" y="2065536"/>
            <a:ext cx="7254485" cy="432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94034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0" name="Future Scope Body"/>
          <p:cNvSpPr txBox="1"/>
          <p:nvPr/>
        </p:nvSpPr>
        <p:spPr>
          <a:xfrm>
            <a:off x="721359" y="1632857"/>
            <a:ext cx="7904481" cy="4517143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analysis with multi-year data to separate genuine seasonal effects from year-to-year variation.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region-wise and crop-wise segmentation to test whether seasonal patterns hold across categories.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predictive models to forecast yield and economic outcomes from seasonal conditions.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live weather and market feeds so the analysis updates through the season.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the findings as an interactive dashboard for non-technical stakeholders.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the insights into a practical seasonal planning guide for farmers and planners.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3200" b="1" dirty="0"/>
              <a:t>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0" name="Github Body"/>
          <p:cNvSpPr txBox="1"/>
          <p:nvPr/>
        </p:nvSpPr>
        <p:spPr>
          <a:xfrm>
            <a:off x="721359" y="1600000"/>
            <a:ext cx="7904481" cy="3200000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 link: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https://github.com/priyannnkkka/Seasonal_Agriculture_Perfomance_Data_Analysis.git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 file: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https://colab.research.google.com/drive/1a5NCNHA_0NWYS0cHa095WANO0f1tM6dY?usp=sharing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VOIS Course completion certificate - 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734A9A-28F2-B87D-B732-B0714A4FF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704" y="1358910"/>
            <a:ext cx="7470641" cy="527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1107439"/>
            <a:ext cx="11340000" cy="5246707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588</TotalTime>
  <Words>828</Words>
  <Application>Microsoft Office PowerPoint</Application>
  <PresentationFormat>Widescreen</PresentationFormat>
  <Paragraphs>89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Project Description</vt:lpstr>
      <vt:lpstr>WHY THIS PROBLEM MATTERS</vt:lpstr>
      <vt:lpstr>OBJECTIVES</vt:lpstr>
      <vt:lpstr>WHO ARE THE END USERS?</vt:lpstr>
      <vt:lpstr>Technology Used</vt:lpstr>
      <vt:lpstr>KEY ANALYTICAL QUESTIONS</vt:lpstr>
      <vt:lpstr>RESULTS - 1</vt:lpstr>
      <vt:lpstr>RESULTS - 2</vt:lpstr>
      <vt:lpstr>RESULTS - 3</vt:lpstr>
      <vt:lpstr>RESULTS - 4</vt:lpstr>
      <vt:lpstr>RESULTS - 5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Priyanka N</cp:lastModifiedBy>
  <cp:revision>100</cp:revision>
  <dcterms:created xsi:type="dcterms:W3CDTF">2021-07-11T13:13:15Z</dcterms:created>
  <dcterms:modified xsi:type="dcterms:W3CDTF">2026-09-15T16:21:12Z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